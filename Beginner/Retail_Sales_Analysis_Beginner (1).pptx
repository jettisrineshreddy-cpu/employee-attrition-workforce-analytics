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15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ANALYST INTERNSHIP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Analysis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Level  |  Microsoft Excel  |  Madhav E-Commerce Sales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6035040" cy="1691640"/>
          </a:xfrm>
          <a:prstGeom prst="rect">
            <a:avLst>
              <a:gd name="adj" fmla="val 4324"/>
            </a:avLst>
          </a:prstGeom>
          <a:solidFill>
            <a:srgbClr val="141A47"/>
          </a:solidFill>
          <a:ln w="12700">
            <a:solidFill>
              <a:srgbClr val="2B35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1605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Jetti Srinesh Reddy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Artificial Intelligence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Vidyapeetham, Amaravati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059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059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7099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 e-commerce order data to understand retail sales performance, using standard spreadsheet techniques.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D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0220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220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2735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project was built in Microsoft Excel — from cleaning the raw data to the final dashboard.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3824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382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142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448970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overall sales performance: revenue, profit, monthly trends, categories, regions, and payments.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4543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543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535838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57058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easy-to-read Excel dashboard combining KPIs, charts, business insights, and recommendations.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— Beginner Level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2743200"/>
          </a:xfrm>
          <a:prstGeom prst="roundRect">
            <a:avLst>
              <a:gd name="adj" fmla="val 2333"/>
            </a:avLst>
          </a:prstGeom>
          <a:solidFill>
            <a:srgbClr val="EEF3FD"/>
          </a:solidFill>
          <a:ln w="12700">
            <a:solidFill>
              <a:srgbClr val="D7E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92808"/>
            <a:ext cx="521208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212080" cy="2743200"/>
          </a:xfrm>
          <a:prstGeom prst="roundRect">
            <a:avLst>
              <a:gd name="adj" fmla="val 2333"/>
            </a:avLst>
          </a:prstGeom>
          <a:solidFill>
            <a:srgbClr val="EEF3FD"/>
          </a:solidFill>
          <a:ln w="12700">
            <a:solidFill>
              <a:srgbClr val="D7E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600200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892808"/>
            <a:ext cx="521208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3836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313432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using 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merged table: 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rows (analysis-ready)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6E5"/>
          </a:solidFill>
          <a:ln w="12700">
            <a:solidFill>
              <a:srgbClr val="F0DB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300" dirty="0">
                <a:solidFill>
                  <a:srgbClr val="5C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Order IDs are valid — one order can contain multiple product lines. These are not duplicate orders.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— Beginner Level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6642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corrected data types across all fields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50545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Order ID as Text (it's an identifier, not a value)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334670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Order Date correctly for chronological sorting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418795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dataset for missing values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76872" y="16642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genuine duplicate records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532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6872" y="250545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column names for readability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3741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76872" y="334670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the final data into a clean Excel table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EF3F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standard Excel-based data preparation process — no scripts or automation were used.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— Beginner Level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Performance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1432" y="17373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141A47"/>
          </a:solidFill>
          <a:ln w="12700">
            <a:solidFill>
              <a:srgbClr val="3A4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2872" y="22402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₹437,771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72872" y="3154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67432" y="17373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141A47"/>
          </a:solidFill>
          <a:ln w="12700">
            <a:solidFill>
              <a:srgbClr val="3A46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8872" y="22402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₹36,963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58872" y="3154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53432" y="17373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141A47"/>
          </a:solidFill>
          <a:ln w="12700">
            <a:solidFill>
              <a:srgbClr val="3A4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4872" y="22402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5,615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44872" y="3154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39432" y="17373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141A47"/>
          </a:solidFill>
          <a:ln w="12700">
            <a:solidFill>
              <a:srgbClr val="3A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0872" y="22402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30872" y="3154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25432" y="17373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141A47"/>
          </a:solidFill>
          <a:ln w="12700">
            <a:solidFill>
              <a:srgbClr val="3A46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6872" y="22402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₹875.54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16872" y="3154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80160" y="4434840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141A47"/>
          </a:solidFill>
          <a:ln w="12700">
            <a:solidFill>
              <a:srgbClr val="3A46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4348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were calculated using unique Order IDs, rather than simply counting rows.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— Beginner Level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EEF3F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MONTH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2018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~₹61,632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EEF3FD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MONTH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2011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2628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~₹12,966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EEF3FD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(SALES)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75320" y="2011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7532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~₹166,267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EEF3F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(PROFIT)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~₹13,325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2461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EEF3FD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SUB-CATEGORY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6280" y="3657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Printers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2628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~₹59,252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2461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EEF3FD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STATE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75320" y="3657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Maharashtra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7532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~₹102,498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payment mode by quantity: COD — approximately 2,456 units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— Beginner Level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Excel Dashboard</a:t>
            </a:r>
            <a:endParaRPr lang="en-US" sz="3000" dirty="0"/>
          </a:p>
        </p:txBody>
      </p:sp>
      <p:pic>
        <p:nvPicPr>
          <p:cNvPr id="4" name="Image 0" descr="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9494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08760"/>
            <a:ext cx="7040880" cy="4754880"/>
          </a:xfrm>
          <a:prstGeom prst="roundRect">
            <a:avLst>
              <a:gd name="adj" fmla="val 769"/>
            </a:avLst>
          </a:prstGeom>
          <a:ln w="15875">
            <a:solidFill>
              <a:srgbClr val="D7E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1965960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Payment Mode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Sub-Category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4617720"/>
            <a:ext cx="3840480" cy="1554480"/>
          </a:xfrm>
          <a:prstGeom prst="roundRect">
            <a:avLst>
              <a:gd name="adj" fmla="val 3529"/>
            </a:avLst>
          </a:prstGeom>
          <a:solidFill>
            <a:srgbClr val="EEF3FD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46177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sales performance, patterns, and next steps — is visible in a single, easy-to-read view.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— Beginner Level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combine related tables using a common key (Order ID)</a:t>
            </a:r>
            <a:endParaRPr lang="en-US" sz="14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clean, validate, and standardize real-world data</a:t>
            </a:r>
            <a:endParaRPr lang="en-US" sz="14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calculate key business metrics accurately</a:t>
            </a:r>
            <a:endParaRPr lang="en-US" sz="14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charts to identify sales patterns</a:t>
            </a:r>
            <a:endParaRPr lang="en-US" sz="14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convert analysis into a simple business dashboard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41A47"/>
          </a:solidFill>
          <a:ln w="12700">
            <a:solidFill>
              <a:srgbClr val="3A46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6052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project gave me a foundation in spreadsheet-based data analysis and helped me understand how raw business data can be converted into useful insights.”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 - Acknowledg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560320"/>
          </a:xfrm>
          <a:prstGeom prst="roundRect">
            <a:avLst>
              <a:gd name="adj" fmla="val 5217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sincere thanks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2377440"/>
            <a:ext cx="91440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express my sincere gratitude to ShadowFox for the opportunity to undertake this internship and work on a project of real business relevance.</a:t>
            </a:r>
            <a:endParaRPr lang="en-US" sz="1350" dirty="0">
              <a:solidFill>
                <a:srgbClr val="44506B"/>
              </a:solidFill>
              <a:latin typeface="Calibri" pitchFamily="34" charset="0"/>
            </a:endParaRPr>
          </a:p>
          <a:p>
            <a:pPr indent="0" marL="0">
              <a:buNone/>
            </a:pPr>
            <a:endParaRPr lang="en-US" sz="500" dirty="0"/>
          </a:p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also thankful to my mentors and coordinators for their consistent guidance and support throughout this experience. I confirm that the analysis, cleaning, and dashboard presented in this project were carried out independently by me, using the provided dataset and standard Excel techniques.</a:t>
            </a:r>
            <a:endParaRPr lang="en-US" sz="1350" dirty="0">
              <a:solidFill>
                <a:srgbClr val="44506B"/>
              </a:solidFill>
              <a:latin typeface="Calibri" pitchFamily="34" charset="0"/>
            </a:endParaRPr>
          </a:p>
          <a:p>
            <a:pPr indent="0" marL="0">
              <a:buNone/>
            </a:pPr>
            <a:endParaRPr lang="en-US" sz="500" dirty="0"/>
          </a:p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 I am grateful to my institution, Amrita Vishwa Vidyapeetham, for supporting this internship as part of my academic journey in Artificial Intelligence.</a:t>
            </a:r>
            <a:endParaRPr lang="en-US" sz="1350" dirty="0">
              <a:solidFill>
                <a:srgbClr val="44506B"/>
              </a:solidFill>
              <a:latin typeface="Calibri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— Beginner Level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2026-09-01T18:01:42Z</dcterms:created>
  <dcterms:modified xsi:type="dcterms:W3CDTF">2026-09-01T18:01:42Z</dcterms:modified>
</cp:coreProperties>
</file>